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Voting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K. Siddhardha</a:t>
            </a:r>
          </a:p>
          <a:p>
            <a:r>
              <a:t>Branch: EEE</a:t>
            </a:r>
          </a:p>
          <a:p>
            <a:r>
              <a:t>Roll No: 25A31A0241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Voting System is an application that allows users to vote online and automatically counts the votes.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voting process</a:t>
            </a:r>
          </a:p>
          <a:p>
            <a:r>
              <a:t>• Reduce manual work</a:t>
            </a:r>
          </a:p>
          <a:p>
            <a:r>
              <a:t>• Quick result calculation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voting system</a:t>
            </a:r>
          </a:p>
          <a:p>
            <a:r>
              <a:t>• Automatic vote counting</a:t>
            </a:r>
          </a:p>
          <a:p>
            <a:r>
              <a:t>• Result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time</a:t>
            </a:r>
          </a:p>
          <a:p>
            <a:r>
              <a:t>• Easy to use</a:t>
            </a:r>
          </a:p>
          <a:p>
            <a:r>
              <a:t>• Accurate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Voting System makes the voting process simple and efficient.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